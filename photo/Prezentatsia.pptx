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8"/>
  </p:notesMasterIdLst>
  <p:sldIdLst>
    <p:sldId id="256" r:id="rId2"/>
    <p:sldId id="276" r:id="rId3"/>
    <p:sldId id="277" r:id="rId4"/>
    <p:sldId id="278" r:id="rId5"/>
    <p:sldId id="279" r:id="rId6"/>
    <p:sldId id="280" r:id="rId7"/>
  </p:sldIdLst>
  <p:sldSz cx="9144000" cy="6858000" type="screen4x3"/>
  <p:notesSz cx="7099300" cy="10234613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10" autoAdjust="0"/>
    <p:restoredTop sz="95024" autoAdjust="0"/>
  </p:normalViewPr>
  <p:slideViewPr>
    <p:cSldViewPr>
      <p:cViewPr varScale="1">
        <p:scale>
          <a:sx n="78" d="100"/>
          <a:sy n="78" d="100"/>
        </p:scale>
        <p:origin x="1546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76363" cy="511731"/>
          </a:xfrm>
          <a:prstGeom prst="rect">
            <a:avLst/>
          </a:prstGeom>
        </p:spPr>
        <p:txBody>
          <a:bodyPr vert="horz" lIns="99038" tIns="49520" rIns="99038" bIns="49520" rtlCol="0"/>
          <a:lstStyle>
            <a:lvl1pPr algn="l">
              <a:defRPr sz="1300"/>
            </a:lvl1pPr>
          </a:lstStyle>
          <a:p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1294" y="1"/>
            <a:ext cx="3076363" cy="511731"/>
          </a:xfrm>
          <a:prstGeom prst="rect">
            <a:avLst/>
          </a:prstGeom>
        </p:spPr>
        <p:txBody>
          <a:bodyPr vert="horz" lIns="99038" tIns="49520" rIns="99038" bIns="49520" rtlCol="0"/>
          <a:lstStyle>
            <a:lvl1pPr algn="r">
              <a:defRPr sz="1300"/>
            </a:lvl1pPr>
          </a:lstStyle>
          <a:p>
            <a:fld id="{9BA63267-82C0-4623-858C-60395679907F}" type="datetimeFigureOut">
              <a:rPr lang="ru-RU" smtClean="0"/>
              <a:pPr/>
              <a:t>01.02.2023</a:t>
            </a:fld>
            <a:endParaRPr lang="ru-R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38" tIns="49520" rIns="99038" bIns="49520" rtlCol="0" anchor="ctr"/>
          <a:lstStyle/>
          <a:p>
            <a:endParaRPr lang="ru-R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9930" y="4861441"/>
            <a:ext cx="5679440" cy="4605576"/>
          </a:xfrm>
          <a:prstGeom prst="rect">
            <a:avLst/>
          </a:prstGeom>
        </p:spPr>
        <p:txBody>
          <a:bodyPr vert="horz" lIns="99038" tIns="49520" rIns="99038" bIns="495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6363" cy="511731"/>
          </a:xfrm>
          <a:prstGeom prst="rect">
            <a:avLst/>
          </a:prstGeom>
        </p:spPr>
        <p:txBody>
          <a:bodyPr vert="horz" lIns="99038" tIns="49520" rIns="99038" bIns="49520" rtlCol="0" anchor="b"/>
          <a:lstStyle>
            <a:lvl1pPr algn="l">
              <a:defRPr sz="1300"/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1294" y="9721107"/>
            <a:ext cx="3076363" cy="511731"/>
          </a:xfrm>
          <a:prstGeom prst="rect">
            <a:avLst/>
          </a:prstGeom>
        </p:spPr>
        <p:txBody>
          <a:bodyPr vert="horz" lIns="99038" tIns="49520" rIns="99038" bIns="49520" rtlCol="0" anchor="b"/>
          <a:lstStyle>
            <a:lvl1pPr algn="r">
              <a:defRPr sz="1300"/>
            </a:lvl1pPr>
          </a:lstStyle>
          <a:p>
            <a:fld id="{331A49F1-0653-420D-BCBC-BB47F3F28584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D0206-39B0-4558-9450-5A9FE0D3644C}" type="datetime1">
              <a:rPr lang="ru-RU" smtClean="0"/>
              <a:pPr/>
              <a:t>01.02.2023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60C26-D664-4535-86A2-2AA1989F77C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8E636-4496-40A2-9370-1072E17CCCB8}" type="datetime1">
              <a:rPr lang="ru-RU" smtClean="0"/>
              <a:pPr/>
              <a:t>01.02.2023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60C26-D664-4535-86A2-2AA1989F77C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7A1E8-6AF4-4006-B96C-DE5171940F2A}" type="datetime1">
              <a:rPr lang="ru-RU" smtClean="0"/>
              <a:pPr/>
              <a:t>01.02.2023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60C26-D664-4535-86A2-2AA1989F77C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24B55-A0A6-4856-B66C-B31CCB35E0DF}" type="datetime1">
              <a:rPr lang="ru-RU" smtClean="0"/>
              <a:pPr/>
              <a:t>01.02.2023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60C26-D664-4535-86A2-2AA1989F77C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D4484-389D-4620-82EA-61224F024053}" type="datetime1">
              <a:rPr lang="ru-RU" smtClean="0"/>
              <a:pPr/>
              <a:t>01.02.2023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60C26-D664-4535-86A2-2AA1989F77C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DCB3B-589D-410F-B67D-589C332F6B78}" type="datetime1">
              <a:rPr lang="ru-RU" smtClean="0"/>
              <a:pPr/>
              <a:t>01.02.2023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60C26-D664-4535-86A2-2AA1989F77C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787C81-E032-4DDC-B892-9FB98A4BDC56}" type="datetime1">
              <a:rPr lang="ru-RU" smtClean="0"/>
              <a:pPr/>
              <a:t>01.02.2023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60C26-D664-4535-86A2-2AA1989F77C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3CCAF-28F1-440F-A7FB-CF6BC53E9DD0}" type="datetime1">
              <a:rPr lang="ru-RU" smtClean="0"/>
              <a:pPr/>
              <a:t>01.02.2023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60C26-D664-4535-86A2-2AA1989F77C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B1DBE-9166-40A9-BFA7-F4CFA7AB0AC6}" type="datetime1">
              <a:rPr lang="ru-RU" smtClean="0"/>
              <a:pPr/>
              <a:t>01.02.2023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60C26-D664-4535-86A2-2AA1989F77C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D8250-83FD-4B3F-A845-FF602E3CD646}" type="datetime1">
              <a:rPr lang="ru-RU" smtClean="0"/>
              <a:pPr/>
              <a:t>01.02.2023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60C26-D664-4535-86A2-2AA1989F77C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32DC7-641F-4152-8E98-9E18302644A8}" type="datetime1">
              <a:rPr lang="ru-RU" smtClean="0"/>
              <a:pPr/>
              <a:t>01.02.2023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60C26-D664-4535-86A2-2AA1989F77C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8FC075-1678-4031-83F5-CDFF53B3A077}" type="datetime1">
              <a:rPr lang="ru-RU" smtClean="0"/>
              <a:pPr/>
              <a:t>01.02.2023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160C26-D664-4535-86A2-2AA1989F77C6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6A94F6A-948B-2474-19BC-40A12E1B431B}"/>
              </a:ext>
            </a:extLst>
          </p:cNvPr>
          <p:cNvSpPr txBox="1"/>
          <p:nvPr/>
        </p:nvSpPr>
        <p:spPr>
          <a:xfrm>
            <a:off x="0" y="2492896"/>
            <a:ext cx="842493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000" b="1" cap="all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использование нейронных сетей в сельском хозяйстве для распознавания болезней растений по фотоснимкам</a:t>
            </a:r>
            <a:endParaRPr lang="ru-RU" sz="3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36A1EC-58AE-487C-90D1-EBB0156ADF6F}"/>
              </a:ext>
            </a:extLst>
          </p:cNvPr>
          <p:cNvSpPr txBox="1"/>
          <p:nvPr/>
        </p:nvSpPr>
        <p:spPr>
          <a:xfrm>
            <a:off x="0" y="5655253"/>
            <a:ext cx="237626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Статья и презентация подготовлена студентом </a:t>
            </a:r>
            <a:r>
              <a:rPr lang="ru-RU" dirty="0" err="1"/>
              <a:t>Буймовым</a:t>
            </a:r>
            <a:r>
              <a:rPr lang="ru-RU" dirty="0"/>
              <a:t> П.Ю.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60C26-D664-4535-86A2-2AA1989F77C6}" type="slidenum">
              <a:rPr lang="ru-RU" smtClean="0"/>
              <a:pPr/>
              <a:t>2</a:t>
            </a:fld>
            <a:endParaRPr lang="ru-RU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Введение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>
                <a:effectLst/>
                <a:ea typeface="Calibri" panose="020F0502020204030204" pitchFamily="34" charset="0"/>
              </a:rPr>
              <a:t>С развитием информационных технологий в мире существенно возрастает значимость вмешательства </a:t>
            </a:r>
            <a:r>
              <a:rPr lang="ru-RU" dirty="0">
                <a:ea typeface="Calibri" panose="020F0502020204030204" pitchFamily="34" charset="0"/>
              </a:rPr>
              <a:t>искусственного интеллекта.</a:t>
            </a:r>
          </a:p>
          <a:p>
            <a:r>
              <a:rPr lang="ru-RU" dirty="0">
                <a:effectLst/>
                <a:ea typeface="Calibri" panose="020F0502020204030204" pitchFamily="34" charset="0"/>
              </a:rPr>
              <a:t>Заболевшие растения должны быть вовремя выявлены и выведены из зоны посадок или места хранения, предотвращая рост</a:t>
            </a:r>
            <a:endParaRPr lang="ru-RU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4A9780-6E6A-EC67-727A-37FDE83E1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Аналоги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16B581D-3BC3-21D9-B4D3-E0970E3C01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/>
              <a:t>Такие системы направлены на определенный вид растений, либо на ограниченное количество возможных сельскохозяйственных культур</a:t>
            </a:r>
          </a:p>
          <a:p>
            <a:r>
              <a:rPr lang="ru-RU" dirty="0"/>
              <a:t>Во-вторых, недостаточное количество материалов (фотоснимков) сельскохозяйственных культур и их заболеваний делает либо невозможным использование искусственного интеллекта, либо препятствует его правильной работоспособности.</a:t>
            </a:r>
          </a:p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449494D-14E8-89A8-FC80-1CFE6EFB2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60C26-D664-4535-86A2-2AA1989F77C6}" type="slidenum">
              <a:rPr lang="ru-RU" smtClean="0"/>
              <a:pPr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153493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D79B13-1E14-CB25-BE08-54A6A28D5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Convolutional Neural Networks </a:t>
            </a:r>
            <a:br>
              <a:rPr lang="en-US" dirty="0"/>
            </a:br>
            <a:r>
              <a:rPr lang="en-US" dirty="0"/>
              <a:t>(CNN)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9A67C82-BAFB-9A57-402F-00B80BB42D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Архитектура нейронных сетей, нацеленная на эффективное распознавание образов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DC52EE6-BE79-035F-B745-A70E7E04D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60C26-D664-4535-86A2-2AA1989F77C6}" type="slidenum">
              <a:rPr lang="ru-RU" smtClean="0"/>
              <a:pPr/>
              <a:t>4</a:t>
            </a:fld>
            <a:endParaRPr lang="ru-RU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5151B09B-6D6F-211B-2BB4-1BD8D1D1E5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289" y="3140968"/>
            <a:ext cx="8424936" cy="1652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69179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D46460-8C61-9C44-FE16-1761742300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Язык программирования. </a:t>
            </a:r>
            <a:br>
              <a:rPr lang="ru-RU" dirty="0"/>
            </a:br>
            <a:r>
              <a:rPr lang="ru-RU" dirty="0"/>
              <a:t>Библиотеки.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E839521-C3DA-47CE-50AE-1C7FCF779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60C26-D664-4535-86A2-2AA1989F77C6}" type="slidenum">
              <a:rPr lang="ru-RU" smtClean="0"/>
              <a:pPr/>
              <a:t>5</a:t>
            </a:fld>
            <a:endParaRPr lang="ru-RU"/>
          </a:p>
        </p:txBody>
      </p:sp>
      <p:pic>
        <p:nvPicPr>
          <p:cNvPr id="1028" name="Picture 4" descr="Что такое Python и для чего нужен этот язык | Макхост">
            <a:extLst>
              <a:ext uri="{FF2B5EF4-FFF2-40B4-BE49-F238E27FC236}">
                <a16:creationId xmlns:a16="http://schemas.microsoft.com/office/drawing/2014/main" id="{0A9BED37-D4BC-96C4-6851-380EC458638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5" b="14556"/>
          <a:stretch/>
        </p:blipFill>
        <p:spPr bwMode="auto">
          <a:xfrm>
            <a:off x="1997968" y="1417638"/>
            <a:ext cx="5148064" cy="12912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ติดตั้ง ImageAI. ImageAI | by Olarik Surinta | olarik | Medium">
            <a:extLst>
              <a:ext uri="{FF2B5EF4-FFF2-40B4-BE49-F238E27FC236}">
                <a16:creationId xmlns:a16="http://schemas.microsoft.com/office/drawing/2014/main" id="{818221E0-2783-FBDA-DEA8-9CBCF152BCC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064" t="20172" r="18301" b="13547"/>
          <a:stretch/>
        </p:blipFill>
        <p:spPr bwMode="auto">
          <a:xfrm>
            <a:off x="1997968" y="4149081"/>
            <a:ext cx="1440160" cy="1656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9B84BD7-0508-6F44-6AC4-3C9BA5C3E0BB}"/>
              </a:ext>
            </a:extLst>
          </p:cNvPr>
          <p:cNvSpPr txBox="1"/>
          <p:nvPr/>
        </p:nvSpPr>
        <p:spPr>
          <a:xfrm>
            <a:off x="4307344" y="2924944"/>
            <a:ext cx="52931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dirty="0"/>
              <a:t>+</a:t>
            </a:r>
            <a:endParaRPr lang="ru-RU" sz="5400" dirty="0"/>
          </a:p>
        </p:txBody>
      </p:sp>
      <p:pic>
        <p:nvPicPr>
          <p:cNvPr id="1034" name="Picture 10" descr="OpenCV — Википедия">
            <a:extLst>
              <a:ext uri="{FF2B5EF4-FFF2-40B4-BE49-F238E27FC236}">
                <a16:creationId xmlns:a16="http://schemas.microsoft.com/office/drawing/2014/main" id="{6A9886EF-39BB-82E3-E4EA-B672AD1FDC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5874" y="4149081"/>
            <a:ext cx="1374149" cy="1656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428450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5502CB0E-2A59-158C-B9E1-A8A2961E38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AA2335-5045-7DA6-966F-37AE285A8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660" y="2720181"/>
            <a:ext cx="8229600" cy="1143000"/>
          </a:xfrm>
        </p:spPr>
        <p:txBody>
          <a:bodyPr>
            <a:normAutofit/>
          </a:bodyPr>
          <a:lstStyle/>
          <a:p>
            <a:r>
              <a:rPr lang="ru-RU" dirty="0"/>
              <a:t>Спасибо за внимание!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97D9B41-9EB8-D8CC-44B7-935B0F35B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60C26-D664-4535-86A2-2AA1989F77C6}" type="slidenum">
              <a:rPr lang="ru-RU" smtClean="0"/>
              <a:pPr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14623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264</TotalTime>
  <Words>127</Words>
  <Application>Microsoft Office PowerPoint</Application>
  <PresentationFormat>Экран (4:3)</PresentationFormat>
  <Paragraphs>18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0" baseType="lpstr">
      <vt:lpstr>Arial</vt:lpstr>
      <vt:lpstr>Calibri</vt:lpstr>
      <vt:lpstr>Times New Roman</vt:lpstr>
      <vt:lpstr>Office Theme</vt:lpstr>
      <vt:lpstr>Презентация PowerPoint</vt:lpstr>
      <vt:lpstr>Введение</vt:lpstr>
      <vt:lpstr>Аналоги</vt:lpstr>
      <vt:lpstr>Convolutional Neural Networks  (CNN)</vt:lpstr>
      <vt:lpstr>Язык программирования.  Библиотеки.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L-air</dc:creator>
  <cp:lastModifiedBy>Наталья Казенная</cp:lastModifiedBy>
  <cp:revision>38</cp:revision>
  <dcterms:created xsi:type="dcterms:W3CDTF">2022-11-06T16:07:44Z</dcterms:created>
  <dcterms:modified xsi:type="dcterms:W3CDTF">2023-02-01T09:51:56Z</dcterms:modified>
</cp:coreProperties>
</file>